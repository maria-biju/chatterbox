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ChatterBox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MILESTONE-4 • Real-time WebSocket chat with authentication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75488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576072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774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 (REST + WebSocket)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persistence (users + messages)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Token-based session validation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send / edit / delete + online users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20840" y="2148840"/>
            <a:ext cx="4892040" cy="2743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78892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FastAPI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WebSocket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HTML / JavaScript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milestone delivers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394960" cy="2621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28800"/>
            <a:ext cx="4846320" cy="2346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and login users (SQLite)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session token (UUID)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chat over WebSocket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messages + load history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/ delete messages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online users and broadcast list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toxic messages (simple filter)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166360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Endpoints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2402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  /ws?token=...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42976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event types: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• users • edit • delete • error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frontend, backend, and database interact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(chat.html)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29184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(main.py)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2011680"/>
            <a:ext cx="329184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(chat.db)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0" y="2468880"/>
            <a:ext cx="4572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+ 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468880"/>
            <a:ext cx="4572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1780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1078992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74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paths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Auth (HTTP): /register, /login, /users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Real-time chat (WebSocket): /ws?token=... (send/edit/delete/users/error)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Persistence (SQLite): users table + messages table (history on connect)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(SQLite)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created by init_db.py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949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(UNIQUE, NOT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(UNIQUE, NOT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(NOT NULL)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2402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(NOT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(NOT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(NOT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 (DEFAULT 0)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 main.py + init_db.py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startup + database initialization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(core wiring)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app.include_router(user_router)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app.include_router(websocket_router)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app.mount("/ui", StaticFiles(directory="frontend", html=True))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init_db.py (tables)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c.execute("""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users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INTEGER PRIMARY KEY AUTOINCREMENT,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TEXT UNIQUE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TEXT UNIQUE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password_hash TEXT NOT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c.execute("""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messages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INTEGER PRIMARY KEY AUTOINCREMENT,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TEXT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 TEXT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 TEXT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seen INTEGER DEFAULT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1064240" cy="1524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480560"/>
            <a:ext cx="1051560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creates the FastAPI app and plugs in routers (auth + WebSocket).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frontend is served from /ui so HTML pages open in the browser.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init_db.py creates SQLite tables if they do not already exist.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Layer: Models + Routes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validation + register/login endpoints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models/user_models.py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UserRegister(BaseModel):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EmailStr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str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UserLogin(BaseModel):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str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routes/user_routes.py (core)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= {}  # token -&gt; username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hash_password(p):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sha256(p).hexdigest()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/register -&gt; INSERT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    -&gt; verify + token(uuid4)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1064240" cy="1767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480560"/>
            <a:ext cx="1051560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models validate incoming JSON (username/email/password).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 are stored as SHA256 hash (not plain text).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successful login, backend returns a UUID token and stores it in sessions.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token is later required to open the WebSocket connection.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Chat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validation, history, and event handling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0" cy="26060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check + connect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@router.websocket("/ws")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websocket_endpoint(ws):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 = ws.query_params.get("token")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token not in sessions: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ws.close(); return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= sessions[token]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manager.connect(ws, username)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26060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types handled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type == "send":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 {type:"message"}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type == "edit":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 {type:"edit"}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type == "delete":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 {type:"delete"}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11064240" cy="1767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663440"/>
            <a:ext cx="1051560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connect: server sends chat history from SQLite (messages table).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are JSON with a "type" field: send / edit / delete.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Manager.broadcast() delivers updates to every connected client.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toxicity check blocks messages without saving/broadcasting.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Event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a user sends/edits/deletes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0040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(chat.html)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20040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2011680"/>
            <a:ext cx="3200400" cy="914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3360" y="2468880"/>
            <a:ext cx="4572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2468880"/>
            <a:ext cx="4572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99516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INSERT/UPDATE/DELETE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246120"/>
            <a:ext cx="-365760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93776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event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10515600" cy="1524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14800"/>
            <a:ext cx="996696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sends: {type:"send", text:"..."} (or edit/delete).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writes to DB, then broadcasts an event to all clients.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 update UI based on event type (message/edit/delete/users/error).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Chat Client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connect + send/receive events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using 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username = localStorage.getItem("username");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localStorage.getItem("token");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ws = new WebSocket(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"ws://127.0.0.1:8000/ws?token=" + token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/ receive JSON events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ws.send(JSON.stringify({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"send",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text: msg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ws.onmessage = (event)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JSON.parse(event.data);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message/users/edit/delete/error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1064240" cy="1524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480560"/>
            <a:ext cx="1051560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page checks localStorage; if missing token, redirect to login.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URL includes the token so server can validate session.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updates are driven by server events (message/users/edit/delete/error).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Admin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users (HTTP) + online users (WebSocket)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48640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registered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loadUsers()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fetch("http://127.0.0.1:8000/users");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fill table rows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2377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online 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ws = new WebSocket(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"ws://127.0.0.1:8000/ws?token=" + token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ws.onmessage = (event)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JSON.parse(event.data);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(data.type === "users")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update sidebar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1064240" cy="1524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480560"/>
            <a:ext cx="1051560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page fetches /users to display all registered users from SQLite.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connects to /ws to receive online user updates (type:"users").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list refreshes automatically when users join/leave chat.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→ Login → Token → WebSocket Chat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291840" cy="548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645920"/>
            <a:ext cx="3291840" cy="548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755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1645920"/>
            <a:ext cx="3291840" cy="548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2468880"/>
            <a:ext cx="27432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06040" y="2212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(POST /register)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154680"/>
            <a:ext cx="27432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06040" y="2898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(POST /login)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064240" y="3840480"/>
            <a:ext cx="-68580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172200" y="3584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token + username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4526280"/>
            <a:ext cx="27432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72200" y="4270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WS /ws?token=...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5212080"/>
            <a:ext cx="27432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172200" y="4956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events: send/edit/delete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585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+ Demo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execute and what to show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577840" cy="2255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5029200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Run init_db.py to create chat.db tables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Start server: uvicorn main:app --reload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Open UI: http://127.0.0.1:8000/ui/login.html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Register → Login → Chat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Show: online users, history load, edit/delete, toxicity block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Open admin.html to view registered + online users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0"/>
            <a:ext cx="49377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228600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Modular FastAPI backend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Real-time WebSocket events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SQLite persistence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monitoring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Persistent sessions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Seen status updates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moderation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achieved +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secure auth flow with hashed passwords + tokens.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real-time chat engine using FastAPI WebSockets.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messages in SQLite and replayed history on connect.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edit/delete + online users broadcast + toxicity blocking.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 shows registered users and live online users.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715000"/>
            <a:ext cx="10972800" cy="6400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0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stronger session storage (JWT/Redis), seen-status update logic, private rooms, file sharing.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2026-02-17T15:20:37Z</dcterms:created>
  <dcterms:modified xsi:type="dcterms:W3CDTF">2026-02-17T15:20:37Z</dcterms:modified>
</cp:coreProperties>
</file>